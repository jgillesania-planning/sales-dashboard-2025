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S&amp;OP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Operations Planning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6, 2026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Day 6 of 31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August MTD · All Brands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005840"/>
                <a:gridCol w="1051560"/>
                <a:gridCol w="1234440"/>
                <a:gridCol w="914400"/>
                <a:gridCol w="1645920"/>
              </a:tblGrid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Sell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Heimfleiss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Heimfleiss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Planenfux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F3M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Heimfleiss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Nasswerk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Planenfux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Stopnow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Tarpofix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Van de Boos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Darwin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Heimfleiss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MattenHeld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Nasswerk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20.329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Planenfux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Poollöwe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Tarpofix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16.109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195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Teichheld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Tarpofix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FP/HP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€159k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PB1/2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AS/SR/KH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ZM02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VZW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€110k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WGH30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€199k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ZM01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FRM02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508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WGH25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Heimfleiss · Part 1 of 2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€232k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Heimfleiss · Part 2 of 2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€49k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LMT_UK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LMT-KT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B21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Pre-Launch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Planenfux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€194k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PP_US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Darwin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PB11/12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 Oxford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MattenHeld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F7D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Stopnow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Aviaz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Van de Boos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868680"/>
                <a:gridCol w="868680"/>
                <a:gridCol w="868680"/>
                <a:gridCol w="777240"/>
                <a:gridCol w="105156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Aviaz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240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to Plan · Pool Chemicals · Nasswerk · Teichheld · Poollöwe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21792"/>
          <a:ext cx="86868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60120"/>
                <a:gridCol w="960120"/>
                <a:gridCol w="960120"/>
                <a:gridCol w="822960"/>
                <a:gridCol w="1005840"/>
                <a:gridCol w="13258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RAOP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 Aug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 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Months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Nasswerk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40A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16.631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21.208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22.288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€88k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04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Teichheld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13F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€22k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Poollöwe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€16k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53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DE8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133088"/>
            <a:ext cx="8686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178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Commerce · S&amp;OP August 2026 ·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Operations Planning — August 6, 2026</dc:title>
  <dc:subject>S&amp;OP August 2026</dc:subject>
  <dc:creator>CD Commerce</dc:creator>
  <cp:lastModifiedBy>CD Commerce</cp:lastModifiedBy>
  <cp:revision>1</cp:revision>
  <dcterms:created xsi:type="dcterms:W3CDTF">2026-08-06T08:33:49Z</dcterms:created>
  <dcterms:modified xsi:type="dcterms:W3CDTF">2026-08-06T08:33:49Z</dcterms:modified>
</cp:coreProperties>
</file>