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S&amp;OP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Sales &amp; Operations Planning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971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July 2026 · August 5,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S&amp;OP Summary — July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Day 30 of 31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914400"/>
                <a:gridCol w="685800"/>
                <a:gridCol w="777240"/>
                <a:gridCol w="822960"/>
                <a:gridCol w="114300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 Value (EK)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(months)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Pre-Launch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4.273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€64.033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M4-12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€302.512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52.663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66.443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162.951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€1.603.569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€1.970.114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S&amp;OP — Pre-Launch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Day 30 of 31 · Jul 2026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914400"/>
                <a:gridCol w="685800"/>
                <a:gridCol w="777240"/>
                <a:gridCol w="822960"/>
                <a:gridCol w="114300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 Value (EK)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(months)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PRE-LAUNCH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Heimfleiss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4.273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Pre-Launch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4.273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€1.970.114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S&amp;OP — F3M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Day 30 of 31 · Jul 2026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914400"/>
                <a:gridCol w="685800"/>
                <a:gridCol w="777240"/>
                <a:gridCol w="822960"/>
                <a:gridCol w="114300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 Value (EK)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(months)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Heimfleiss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€15.678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Nasswerk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Planenfux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€23.191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Tarpofix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F3M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€64.033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€1.970.114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S&amp;OP — M4-12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Day 30 of 31 · Jul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914400"/>
                <a:gridCol w="685800"/>
                <a:gridCol w="777240"/>
                <a:gridCol w="822960"/>
                <a:gridCol w="114300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 Value (EK)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(months)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M4-12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Heimfleiss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€124.826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Nasswerk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€18.271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Planenfux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€2.827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Stopnow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€27.044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Tarpofix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€118.749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 de Boos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€10.795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M4-12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€302.512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€1.970.114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S&amp;OP — PY1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Day 30 of 31 · Jul 2026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914400"/>
                <a:gridCol w="685800"/>
                <a:gridCol w="777240"/>
                <a:gridCol w="822960"/>
                <a:gridCol w="114300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RAOP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 Value (EK)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(months)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Darwin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€20.868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Heimfleiss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15.153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51.246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€565.413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MattenHeld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€12.148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Nasswerk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13.878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€64.030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Planenfux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€203.705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Poollöwe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4.361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€18.173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Tarpofix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14.876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73.388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€697.011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Teichheld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PY1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52.663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66.443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162.951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€1.603.569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€1.970.114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2026-08-05T06:24:26Z</dcterms:created>
  <dcterms:modified xsi:type="dcterms:W3CDTF">2026-08-05T06:24:26Z</dcterms:modified>
</cp:coreProperties>
</file>